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slide. Introduce yourself and set context:</a:t>
            </a:r>
          </a:p>
          <a:p>
            <a:r>
              <a:t>- "Today I'm going to show you how Infrastructure Resiliency Manager helps you go from blind spots to validated zone resilience."</a:t>
            </a:r>
          </a:p>
          <a:p>
            <a:r>
              <a:t>- "We have two live applications deployed in Azure — one on AKS, one on VMs — and we'll walk through assessment, remediation, and drills."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overview. Keep this brief — 30 seconds max.</a:t>
            </a:r>
          </a:p>
          <a:p>
            <a:r>
              <a:t>- "Four acts, each building on the last. We start by understanding the apps, then assess them, fix gaps, and finally prove it all works with live drills."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slide — keep visible or memorize key URLs.</a:t>
            </a:r>
          </a:p>
          <a:p>
            <a:r>
              <a:t>You'll open both app URLs in browser tabs before starting the demo.</a:t>
            </a:r>
          </a:p>
          <a:p>
            <a:r>
              <a:t>Pre-open the IRM portal and navigate to the service groups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Act 1.</a:t>
            </a:r>
          </a:p>
          <a:p>
            <a:r>
              <a:t>"Let me introduce you to two applications that Contoso Retail runs in Azure. Both are live right now."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AKS app in browser. Show it's live.</a:t>
            </a:r>
          </a:p>
          <a:p>
            <a:r>
              <a:t>Key point: "The compute layer looks resilient — nodes across 3 zones. But look at the dependencies:</a:t>
            </a:r>
          </a:p>
          <a:p>
            <a:r>
              <a:t>SQL and Storage are NOT zone-redundant. If Zone 1 goes down, compute survives but data might not."</a:t>
            </a:r>
          </a:p>
          <a:p/>
          <a:p>
            <a:r>
              <a:t>Let the audience absorb the gap between perceived and actual resilience.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VM app in browser. Show it's live.</a:t>
            </a:r>
          </a:p>
          <a:p>
            <a:r>
              <a:t>Key point: "ASR is configured — the VMs CAN recover to Zone 2. But has this ever been tested?</a:t>
            </a:r>
          </a:p>
          <a:p>
            <a:r>
              <a:t>Can Contoso orchestrate recovery in the right order under real pressure?</a:t>
            </a:r>
          </a:p>
          <a:p>
            <a:r>
              <a:t>The worker must come up before the main app. That sequencing matters."</a:t>
            </a:r>
          </a:p>
          <a:p/>
          <a:p>
            <a:r>
              <a:t>Pause: "These are the questions Infrastructure Resiliency Manager answers."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on this slide. Let the message land.</a:t>
            </a:r>
          </a:p>
          <a:p>
            <a:r>
              <a:t>This frames the rest of the demo — IRM answers these exact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"Now let's see what IRM tells us about these applications."</a:t>
            </a:r>
          </a:p>
          <a:p>
            <a:r>
              <a:t>Switch to the Azure Portal / IRM portal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portal now. Navigate to Resiliency Overview.</a:t>
            </a:r>
          </a:p>
          <a:p>
            <a:r>
              <a:t>Point out the non-resilient service groups tile.</a:t>
            </a:r>
          </a:p>
          <a:p>
            <a:r>
              <a:t>"Imagine you manage 50 applications — you need this single-pane view."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portal, click into IRMDemoSG2.</a:t>
            </a:r>
          </a:p>
          <a:p>
            <a:r>
              <a:t>Walk through the resource list — point to green checkmarks and red X's.</a:t>
            </a:r>
          </a:p>
          <a:p>
            <a:r>
              <a:t>Click into a recommendation to preview what IRM suggests.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into IRMDemoSG3. Point out the recovery plan section.</a:t>
            </a:r>
          </a:p>
          <a:p>
            <a:r>
              <a:t>Highlight that ASR + recovery plan = zone-resilient status for VMs.</a:t>
            </a:r>
          </a:p>
          <a:p>
            <a:r>
              <a:t>"Without the orchestrated plan, even ASR-protected VMs would be flagged."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slide — let the value proposition sink in.</a:t>
            </a:r>
          </a:p>
          <a:p>
            <a:r>
              <a:t>Transition: "Now let's look at how we actually fix these gaps."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"IRM told us what's wrong. Now let's fix it."</a:t>
            </a:r>
          </a:p>
          <a:p>
            <a:r>
              <a:t>Stay in portal for this section — you'll demo the Copilot Resolve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recommendations list in the portal.</a:t>
            </a:r>
          </a:p>
          <a:p>
            <a:r>
              <a:t>Click on one to expand details. Then proceed to demo Copilot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Resolve on the SQL Database recommendation.</a:t>
            </a:r>
          </a:p>
          <a:p>
            <a:r>
              <a:t>Walk through the Copilot response — show the categorization.</a:t>
            </a:r>
          </a:p>
          <a:p>
            <a:r>
              <a:t>If time allows, prompt: "Generate a Bicep template with zone redundancy enabled for this SQL database."</a:t>
            </a:r>
          </a:p>
          <a:p>
            <a:r>
              <a:t>Show the IaC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— let value land.</a:t>
            </a:r>
          </a:p>
          <a:p>
            <a:r>
              <a:t>Transition: "Assessment done. Remediation planned. But how do we PROVE it works?"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"This is the most impactful part of the demo.</a:t>
            </a:r>
          </a:p>
          <a:p>
            <a:r>
              <a:t>We're going to simulate an actual zone failure and prove our apps survive."</a:t>
            </a:r>
          </a:p>
          <a:p/>
          <a:p>
            <a:r>
              <a:t>Build anticipation — this is the 'wow'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Navigate to IRMDemoSG2 drills. Show the fault designer.</a:t>
            </a:r>
          </a:p>
          <a:p>
            <a:r>
              <a:t>Point out which resources are in scope and which are excluded.</a:t>
            </a:r>
          </a:p>
          <a:p>
            <a:r>
              <a:t>Explain the philosophy: validate what should work, exclude known gaps.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the drill in portal (or show a pre-recorded execution if time-constrained).</a:t>
            </a:r>
          </a:p>
          <a:p>
            <a:r>
              <a:t>Switch to browser — refresh the app to show it's still serving.</a:t>
            </a:r>
          </a:p>
          <a:p>
            <a:r>
              <a:t>"The app stayed up because AKS has nodes in other zones. The LB handled rerouting automatically."</a:t>
            </a:r>
          </a:p>
          <a:p>
            <a:r>
              <a:t>Back to portal to show drill metrics/results.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Then transition:</a:t>
            </a:r>
          </a:p>
          <a:p>
            <a:r>
              <a:t>"Now let's look at the VM scenario — this is more dramatic because the app actually goes DOWN."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Navigate to IRMDemoSG3 drills. Show the recovery plan configuration.</a:t>
            </a:r>
          </a:p>
          <a:p>
            <a:r>
              <a:t>Point out the sequencing: "Worker first, then main app. Order matters."</a:t>
            </a:r>
          </a:p>
          <a:p>
            <a:r>
              <a:t>Execute the drill — or narrate what happens if time is tight.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dramatic moment — the app actually goes down and comes back.</a:t>
            </a:r>
          </a:p>
          <a:p>
            <a:r>
              <a:t>Show the recovery plan executing in portal.</a:t>
            </a:r>
          </a:p>
          <a:p>
            <a:r>
              <a:t>Switch to browser once recovery completes to show app is live again.</a:t>
            </a:r>
          </a:p>
          <a:p>
            <a:r>
              <a:t>Highlight the measured RTO in drill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this land. This is the "aha" moment for VM-heavy customers.</a:t>
            </a:r>
          </a:p>
          <a:p>
            <a:r>
              <a:t>"How many of your customers have ASR configured but have never tested the actual recovery sequence?"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 slide — quick recap.</a:t>
            </a:r>
          </a:p>
          <a:p>
            <a:r>
              <a:t>"We went from understanding the architecture, to assessing posture at scale,</a:t>
            </a:r>
          </a:p>
          <a:p>
            <a:r>
              <a:t>to getting AI-powered fix guidance, to actually proving it works in production.</a:t>
            </a:r>
          </a:p>
          <a:p>
            <a:r>
              <a:t>That's the full IRM journey."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actionable next steps.</a:t>
            </a:r>
          </a:p>
          <a:p>
            <a:r>
              <a:t>Offer to help them set up their first service group and run their first drill.</a:t>
            </a:r>
          </a:p>
          <a:p>
            <a:r>
              <a:t>Leave contact info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Hidden slide for presenter prep only. Don't show this during the demo.</a:t>
            </a:r>
          </a:p>
          <a:p>
            <a:r>
              <a:t>Run through this checklist 30 minutes before your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Infrastructure Resiliency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0">
                <a:solidFill>
                  <a:srgbClr val="50E6FF"/>
                </a:solidFill>
              </a:defRPr>
            </a:pPr>
            <a:r>
              <a:t>Field Demo Walking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FFFFFF"/>
                </a:solidFill>
              </a:defRPr>
            </a:pPr>
            <a:r>
              <a:t>Contoso Retail — From Blind Spots to Validated Zone Resilience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50E6FF"/>
                </a:solidFill>
              </a:defRPr>
            </a:pPr>
            <a:r>
              <a:t>Two live apps  •  Four demo acts  •  End-to-end resiliency journey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B5C"/>
                </a:solidFill>
              </a:defRPr>
            </a:pPr>
            <a:r>
              <a:t>Demo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Act 1 — "Meet the Apps"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       Architecture &amp; current zone resiliency state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Act 2 — "Discover Your Posture at Scale"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       IRM assessment: at-scale view → service group drill-down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Act 3 — "Close the Gaps"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       Copilot-powered remediation guidance + IaC generation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Act 4 — "Prove It Works"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       Zone down drills: AKS fault injection &amp; VM recovery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Quick Reference — Demo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AKS App URL:          http://irm-demo-aks.eastus.cloudapp.azure.com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VM App URL:           http://irm-demo-vm.westus2.cloudapp.azure.com:8080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AKS Service Group:    IRMDemoSG2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VM Service Group:     IRMDemoSG3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AKS Resource Group:   zr-demo-rg-4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VM Resource Group:    zr-demo-vm-rg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Region (AKS):        East US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Region (VM):         West US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Act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FFFFFF"/>
                </a:solidFill>
              </a:defRPr>
            </a:pPr>
            <a:r>
              <a:t>"Meet the Apps"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0E6FF"/>
                </a:solidFill>
              </a:defRPr>
            </a:pPr>
            <a:r>
              <a:t>Architecture &amp; Current Zone Resiliency State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App A — E-Commerce Platform (AKS Microservices)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Frontend pods: product catalog + blob storage for static assets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Backend pods: order processing via Azure SQL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Container images pulled from Azure Container Registry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AKS cluster: 3 nodes across Availability Zones 1, 2, 3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Standard Load Balancer routes traffic across zones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Zone Resiliency Status: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AKS Cluster (zones 1/2/3)         ✅  Load Balancer (Standard)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Container Registry (zone-redundant)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❌  Azure SQL Database (GP_Gen5_2 — no ZR)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❌  Storage Account (Standard_LRS — no ZR)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SWITCH TO BROWSER → Open http://irm-demo-aks.eastus.cloudapp.azure.com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App B — Inventory Management System (VM + ASR)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Monolithic Node.js app on a zone-pinned VM (Zone 1)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Companion worker VM: data sync agent (also Zone 1)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Azure Site Recovery: zonal DR (Zone 1 → Zone 2)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Standard Public IP: zone-redundant by default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Zone Resiliency Status: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Main VM (Zone 1, ASR replicates to Zone 2)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Worker VM (Zone 1, ASR replicates to Zone 2)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Public IP (Standard SKU — zone-redundant)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ASR Vault (orchestrates zonal failover)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❌  Azure SQL Database (GP_Gen5_2 — no ZR)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❌  Storage Account (Standard_LRS — no ZR)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SWITCH TO BROWSER → Open http://irm-demo-vm.westus2.cloudapp.azure.com:8080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Key Message — Act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"The AKS app looks resilient on the surface — nodes are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spread across zones. But what about the SQL database and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storage it depends on?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The VM app has ASR configured, so it CAN survive a zone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outage — but can the customer actually orchestrate the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recovery in the right order, under pressure?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Has it ever been tested?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These are the questions Infrastructure Resiliency Manager answers."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Act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FFFFFF"/>
                </a:solidFill>
              </a:defRPr>
            </a:pPr>
            <a:r>
              <a:t>"Discover Your Posture at Scale"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0E6FF"/>
                </a:solidFill>
              </a:defRPr>
            </a:pPr>
            <a:r>
              <a:t>Infrastructure Resiliency Manager — Assessment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Step 1: At-Scale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Navigate to:  Resiliency → Resiliency Overview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What to show: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Zone-resilient vs. non-resilient service groups (summary tiles)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Total resource count broken down by posture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Color-coded health across all service groups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Talking point: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"This is what a platform team sees when managing dozens of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applications — one pane of glass showing which apps meet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zone resilience goals and which don't."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Pre-created service groups: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IRMDemoSG2 → AKS app (Goals + Drill)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IRMDemoSG3 → VM app (Goals + Recovery Plan + Drill)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SWITCH TO PORTAL → IRM: Resiliency Overview (at-scale view)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Step 2: Drill into IRMDemoSG2 (AKS App)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Click on non-resilient tile → select IRMDemoSG2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Per-resource breakdown: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AKS Cluster, Load Balancer → Zone-resilient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❌  SQL Database, Storage Account → Non zone-resilient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Show recommendations for each non-resilient resource: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What needs to change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Qualitative cost indicator (Low / Medium / High)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Talking point: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"IRM automatically identifies which resources in this service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group meet zone resilience requirements and which don't —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with clear recommendations and cost implications."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STAY IN PORTAL → IRMDemoSG2 service group detail 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Step 3: Drill into IRMDemoSG3 (VM App)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Navigate back → select IRMDemoSG3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Per-resource breakdown: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VMs with ASR configured → Zone-resilient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❌  SQL Database, Storage → Non zone-resilient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Key differentiator: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Recovery Plan already associated for orchestrated failover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Shows sequencing: Worker first, then Main App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Talking point: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"Notice the recovery plan here — IRM doesn't just assess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individual resources, it understands orchestration needs.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For VMs, sequence matters."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STAY IN PORTAL → IRMDemoSG3 service group detail 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Key Message — Act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"Without this tool, you'd need to manually inspect each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resource's zone configuration — across every subscription,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every resource group.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With Infrastructure Resiliency Manager, you get: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  • A single aggregated view across all applications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  • Actionable recommendations with cost implications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  • Copilot-generated remediation scripts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All in one place."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Act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FFFFFF"/>
                </a:solidFill>
              </a:defRPr>
            </a:pPr>
            <a:r>
              <a:t>"Close the Gaps"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0E6FF"/>
                </a:solidFill>
              </a:defRPr>
            </a:pPr>
            <a:r>
              <a:t>Copilot-Powered Remediation Guidance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Recommendations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Resource                    Recommendation              Cost     Effort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Azure SQL Database          Enable zone redundancy      Medium   Low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(both apps)                                                      (portal toggle)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Storage Accounts            Convert LRS → ZRS           Low      Medium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(both apps)                                                      (may need support)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These are surfaced automatically for every non-compliant resource.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Each includes a qualitative cost indicator so teams can prioritize.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STAY IN PORTAL → Show recommendations list in service group view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Demo: Copilot "Resolve"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1. Select a SQL Database recommendation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2. Click "Resolve" to open the Copilot agent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Copilot guides the user step by step to understand: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What can be fixed in place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(e.g., portal toggle to enable zone redundancy)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What needs to be redeployed via script or automation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(e.g., storage account LRS → ZRS conversion)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What requires manual effort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(e.g., architecture changes, support requests)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The user can also prompt the agent to generate an IaC template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(Bicep) with the right resiliency controls already enabled —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ready to deploy or integrate into existing CI/CD pipelines.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STAY IN PORTAL → Click 'Resolve' on a recommendation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Key Message — Act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002B5C"/>
                </a:solidFill>
              </a:defRPr>
            </a:pPr>
            <a:r>
              <a:t>"Infrastructure Resiliency Manager doesn't just tell you</a:t>
            </a:r>
          </a:p>
          <a:p>
            <a:pPr>
              <a:spcAft>
                <a:spcPts val="600"/>
              </a:spcAft>
              <a:defRPr sz="2400">
                <a:solidFill>
                  <a:srgbClr val="002B5C"/>
                </a:solidFill>
              </a:defRPr>
            </a:pPr>
            <a:r>
              <a:t>what's wrong — Copilot walks you through each fix,</a:t>
            </a:r>
          </a:p>
          <a:p>
            <a:pPr>
              <a:spcAft>
                <a:spcPts val="600"/>
              </a:spcAft>
              <a:defRPr sz="2400">
                <a:solidFill>
                  <a:srgbClr val="002B5C"/>
                </a:solidFill>
              </a:defRPr>
            </a:pPr>
            <a:r>
              <a:t>categorizes the effort, and can even generate</a:t>
            </a:r>
          </a:p>
          <a:p>
            <a:pPr>
              <a:spcAft>
                <a:spcPts val="600"/>
              </a:spcAft>
              <a:defRPr sz="2400">
                <a:solidFill>
                  <a:srgbClr val="002B5C"/>
                </a:solidFill>
              </a:defRPr>
            </a:pPr>
            <a:r>
              <a:t>deployment-ready IaC templates with zone-redundancy</a:t>
            </a:r>
          </a:p>
          <a:p>
            <a:pPr>
              <a:spcAft>
                <a:spcPts val="600"/>
              </a:spcAft>
              <a:defRPr sz="2400">
                <a:solidFill>
                  <a:srgbClr val="002B5C"/>
                </a:solidFill>
              </a:defRPr>
            </a:pPr>
            <a:r>
              <a:t>baked in."</a:t>
            </a:r>
          </a:p>
          <a:p>
            <a:pPr>
              <a:spcAft>
                <a:spcPts val="600"/>
              </a:spcAft>
              <a:defRPr sz="2400">
                <a:solidFill>
                  <a:srgbClr val="002B5C"/>
                </a:solidFill>
              </a:defRPr>
            </a:p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Act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FFFFFF"/>
                </a:solidFill>
              </a:defRPr>
            </a:pPr>
            <a:r>
              <a:t>"Prove It Works"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0E6FF"/>
                </a:solidFill>
              </a:defRPr>
            </a:pPr>
            <a:r>
              <a:t>Zone Down Drills — Live Fault Injection &amp; Recovery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Drill: AKS App (IRMDemoSG2)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Goal: Prove AKS compute layer survives a zone failure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Navigate to: IRMDemoSG2 → Resiliency → Drills (pre-created)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Fault Designer shows: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AKS Cluster — included for fault injection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   (node shutdown in target zone via Chaos Studio)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⛔  SQL Database — excluded from drill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   (non-ZR, would cause expected failures)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Why exclude SQL?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"We focus on validating what IS resilient first. Once SQL is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upgraded to zone-redundant, we'll add it to the drill scope."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SWITCH TO PORTAL → IRMDemoSG2 → Drills → Fault Designer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AKS Drill — Execution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Execute the drill targeting Zone 1: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1. AKS node pool VMs in Zone 1 shut down (Chaos Studio)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2. Load Balancer detects unhealthy nodes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3. Traffic routes to zones 2 and 3 automatically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4. Pods reschedule to healthy nodes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Validation:</a:t>
            </a:r>
          </a:p>
          <a:p>
            <a:pPr lvl="1"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• Open app URL — it continues serving ✅</a:t>
            </a:r>
          </a:p>
          <a:p>
            <a:pPr lvl="1"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• Monitor per-resource health in drill execution job</a:t>
            </a:r>
          </a:p>
          <a:p>
            <a:pPr lvl="1"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• End drill — nodes return, pods rebalance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Expected result: ZERO downtime for the 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SWITCH TO BROWSER → Verify app at http://irm-demo-aks.eastus.cloudapp.azure.com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AKS Drill — 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"We excluded the non-resilient SQL DB and focused on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validating what we know should survive.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The app stayed up because AKS compute is zone-redundant.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Next step: make SQL zone-redundant too, then run the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full drill with all resources in scope."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Drill: VM App (IRMDemoSG3)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Goal: Prove the orchestrated recovery plan brings the app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back in the correct sequence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Navigate to: IRMDemoSG3 → Resiliency → Drills (pre-created)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Key elements: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Drill + Recovery Plan pre-configured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Recovery sequence defined: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  1st → Worker VM (data sync must be ready first)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  2nd → Main App VM (depends on worker)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ASR handles: disk replication, IP reassignment, VM boot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What happens when we execute: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Both VMs in Zone 1 shut down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App goes completely dark (unlike AKS!)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SWITCH TO PORTAL → IRMDemoSG3 → Drills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VM Drill — Execution &amp;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Execute drill targeting Zone 1: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→ VMs shut down → App goes DARK ❌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Execute the Recovery Plan (orchestrated sequence):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1. Worker VM fails over to Zone 2 (data sync agent ready)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2. Main App VM fails over to Zone 2 (app depends on worker)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3. ASR handles disk replication, IP reassignment, boot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Validate recovery: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App comes back on Zone 2 ✅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Check health endpoint for SQL + Storage connectivity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Measure RTO from drill metrics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After validation: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Reprotect (Zone 2 → Zone 1) for future drills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SWITCH TO BROWSER → Verify app returns at VM URL after recovery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VM Drill — 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"ASR gives you the CAPABILITY to recover. But without a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tested, orchestrated recovery plan, you're guessing at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sequencing under pressure during a real outage.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The pre-built recovery plan ensures VMs come up in the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right order, every time.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And metrics during the drill tell you exactly how long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recovery took — your measured RTO."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The Customer Journey —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Demo Act                    IRM Capability                   Customer Value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Act 1 — Meet the Apps       Architecture awareness           Understand what you have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Act 2 — Discover Posture    At-Scale View → SG Posture       Single pane of glass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Act 3 — Close Gaps          Recommendations + Copilot        Prioritized remediation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                          IaC template generation          with deployment-ready code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Act 4a — AKS Drill          Zone Down Fault Injection        Validated zone-spread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                                                           compute works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Act 4b — VM Drill           Orchestrated Recovery Plan       Proven sequenced recovery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                                                           with measured RTO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  <a:r>
              <a:t>• Identify 2-3 critical applications to onboard as Service Groups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</a:p>
          <a:p>
            <a:pPr lvl="1"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  <a:r>
              <a:t>• Run an assessment — see your zone resiliency posture today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</a:p>
          <a:p>
            <a:pPr lvl="1"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  <a:r>
              <a:t>• Create your first drill — prove what works, find what doesn't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</a:p>
          <a:p>
            <a:pPr lvl="1"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  <a:r>
              <a:t>• Use Copilot to generate remediation templates for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0E6FF"/>
                </a:solidFill>
              </a:defRPr>
            </a:pPr>
            <a:r>
              <a:t>Contact: azureresiliency@microsoft.com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Appendix: Pre-Demo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Before presenting, verify: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□  AKS app is live: http://irm-demo-aks.eastus.cloudapp.azure.com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□  VM app is live: http://irm-demo-vm.westus2.cloudapp.azure.com:8080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□  IRM portal loads and shows IRMDemoSG2 + IRMDemoSG3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□  Pre-open browser tabs: both app URLs + IRM portal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□  ASR replication is healthy (portal → Recovery Services vault)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□  Drill definitions exist in both service groups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If AKS app is down: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• Check: az aks get-credentials + kubectl get pods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• Pods may need restart after a previous drill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If VM app is down: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• Check: az vm run-command (see setup-readme.md)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• May need to restart the scenario6 systemd service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